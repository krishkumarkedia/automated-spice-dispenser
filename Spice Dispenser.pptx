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73152" cy="2926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SPICE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800" kern="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8051 Microcontroller &amp; Arduino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4988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Kukkar  •  Krish Kumar Kedia  •  Ronit Vishwakarma  •  Om Patil  •  Prashant Kumar Moharana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24BEC1368  |  24BEC1506  |  24BEC1347  |  24BEC1418  |  24BEC1500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3840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16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AIM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Smart Spice Dispenser System using 8051 microcontroller and Arduino interfacing that can automatically dispense spices in controlled quantities using servo motors, and measure weight using a load cell with HX711 module — displaying results on an I2C LCD.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83480" y="118872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188720"/>
            <a:ext cx="38404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216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spice dispensing process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accurate weight measurement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multiple hardware modules (Servo, LCD, Load Cell)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UART communication between 8051 and Arduino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060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2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71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Inaccurate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spice measurement is done by hand, leading to imprecise quantities every time.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6060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2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371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Taste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measurement results in dishes tasting different each time they are prepared.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234440"/>
            <a:ext cx="26060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2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371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dispensing slows down cooking workflows in both home and professional kitchens.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3429000"/>
            <a:ext cx="1828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OUR SOLUTION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2606040" cy="7772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Dispensing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154680" y="3977640"/>
            <a:ext cx="2606040" cy="7772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Precise Measurement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89320" y="3977640"/>
            <a:ext cx="2606040" cy="7772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Reduced Human Effort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886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38862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8051 MICROCONTROLLER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main program logic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measurement via HX711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 display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UART commands to Arduino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143000"/>
            <a:ext cx="3886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43000"/>
            <a:ext cx="38862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61288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ARDUINO UNO / NANO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57276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UART signals from 8051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5 servo motors (Pins 8-12)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signals A-E to dispensers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servo for dispensing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111556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3703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Button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44168" y="3767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45336" y="3657600"/>
            <a:ext cx="111556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81912" y="3703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8051 Detects Input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69464" y="3767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70632" y="3657600"/>
            <a:ext cx="111556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7208" y="3703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Signal Sent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94760" y="3767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95928" y="3657600"/>
            <a:ext cx="1115568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32504" y="3703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Receives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0056" y="3767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21224" y="3657600"/>
            <a:ext cx="1115568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703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Rotates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45352" y="3767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6520" y="3657600"/>
            <a:ext cx="111556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3096" y="3703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Measured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70648" y="3767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71816" y="3657600"/>
            <a:ext cx="111556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08392" y="3703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25603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9848" y="1261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8051 MCU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69848" y="1645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1170432"/>
            <a:ext cx="25603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74136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22776" y="1261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22776" y="1645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driver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17336" y="1170432"/>
            <a:ext cx="25603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7064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🔩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75704" y="1261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Servo Motors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75704" y="1645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8–12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404872"/>
            <a:ext cx="25603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69848" y="24963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Cell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9848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sensor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64408" y="2404872"/>
            <a:ext cx="25603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74136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22776" y="24963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HX711 Module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22776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24-bit ADC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17336" y="2404872"/>
            <a:ext cx="25603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27064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75704" y="24963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75704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2-pin display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639312"/>
            <a:ext cx="25603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🔘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69848" y="3730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69848" y="4114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A–E + TARE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4408" y="3639312"/>
            <a:ext cx="25603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74136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922776" y="3730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922776" y="4114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power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17336" y="3639312"/>
            <a:ext cx="25603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27064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75704" y="3730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775704" y="4114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DETAILS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91440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1208" y="1664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Pin 2 → 8051 P3.1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9144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10328" y="1664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Pins 8, 9, 10, 11, 12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23160"/>
            <a:ext cx="914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532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208" y="2898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→ P2.0  |  SCL → P2.1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4231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423160"/>
            <a:ext cx="91440" cy="10058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532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HX711 Module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10328" y="2898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→ P3.2  |  SCK → P3.3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57600"/>
            <a:ext cx="9144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A–E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1208" y="4133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Pins (button inputs)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57600"/>
            <a:ext cx="91440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 Button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10328" y="4133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P1.1 (calibration trigger)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02336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2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624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" y="12618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Initialization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9848" y="16276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and UART are initialized. HX711 module is configured for load sensing.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02336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5331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624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13248" y="12618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Phase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13248" y="16276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TARE. System records empty weight (x0) and known weight (x1) for accuracy.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32304"/>
            <a:ext cx="402336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15184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243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9848" y="25237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Input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" y="28895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any switch A–E. 8051 microcontroller detects the button press.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432304"/>
            <a:ext cx="402336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615184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243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3248" y="25237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Communication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13248" y="28895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8051 transmits character (A/B/C/D/E). Arduino receives and identifies the signal.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94176"/>
            <a:ext cx="402336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77056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862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9848" y="37856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Operation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9848" y="41513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rotates the corresponding servo motor. Spice is dispensed from the container.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694176"/>
            <a:ext cx="402336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877056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8862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3248" y="37856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&amp; Display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13248" y="41513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cell senses weight → HX711 converts to digital → LCD displays weight in grams.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91440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CALIBRATION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presses TARE → x0 = HX711_Avg_Slow()  [empty]    →    x1 = HX711_Avg_Slow()  [known weight]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304288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04288"/>
            <a:ext cx="9144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0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UART COMMUNICATION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(B0 == 0) UART_Send('A');    if (B1 == 0) UART_Send('B');    if (B2 == 0) UART_Send('C');  ...and so 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465576"/>
            <a:ext cx="8503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465576"/>
            <a:ext cx="9144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112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WEIGHT CALCULATION &amp; DISPLAY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770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= (reading - x0) * CAL_WEIGHT / (x1 - x0);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LCD_String("Weight:");    LCD_Number(weight);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HX711 LOAD CELL  &amp;  I2C LCD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HX711 + LOAD CELL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Load cell converts applied force into a proportional electrical signal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HX711 amplifies the small analog signal from the load cell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Converts signal to digital via 24-bit ADC for high accuracy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Provides reliable and precise weight readings in grams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DT pin → P3.2  |  SCK pin → P3.3 on 8051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605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43000"/>
            <a:ext cx="41605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I2C LCD DISPLAY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6916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Uses only 2 pins: SDA and SCL (saves GPIO)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28032" y="22402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SDA → P2.0  |  SCL → P2.1 on 8051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278892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Displays weight readings in real time (grams)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33375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Shows calibration messages during TARE phase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28032" y="38862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Efficient, low-wiring I2C communication protocol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ADVANTAGES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72768"/>
            <a:ext cx="9144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8249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Accurate spice dispensing achieved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41401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414016"/>
            <a:ext cx="9144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52374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weight display on LCD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3255264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55264"/>
            <a:ext cx="9144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3649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Smooth UART communication between controllers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572768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572768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664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High precision measurement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233172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331720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423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Fully automated system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92040" y="3090672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090672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3182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Easy to use interface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92040" y="3849624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849624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39410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Cost-effective design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&amp;  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38404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3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00200"/>
            <a:ext cx="9144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Requires manual calibration before 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38404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3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514600"/>
            <a:ext cx="9144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651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Mechanical servo delays can affect timing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429000"/>
            <a:ext cx="38404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3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429000"/>
            <a:ext cx="9144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566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Limited load cell capacity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600200"/>
            <a:ext cx="38862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600200"/>
            <a:ext cx="91440" cy="6217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719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integration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2395728"/>
            <a:ext cx="38862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395728"/>
            <a:ext cx="91440" cy="6217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514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Voice control system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92040" y="3191256"/>
            <a:ext cx="38862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191256"/>
            <a:ext cx="91440" cy="6217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33101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IoT-based monitoring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92040" y="3986784"/>
            <a:ext cx="38862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986784"/>
            <a:ext cx="91440" cy="6217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41056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AI-based recipe automation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 &amp; 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home cooking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41448" y="11430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2888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32888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32888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culinary recipes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62856" y="11430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296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54296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54296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spice packaging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84264" y="11430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75704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75704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Cooking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75704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meal systems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850392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88920"/>
            <a:ext cx="8503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CONCLUSION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273552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Spice Dispenser successfully demonstrates seamless integration of 8051 and Arduino, achieving accurate weight measurement using a load cell with HX711, and automating the dispensing process through servo motors. It provides a reliable, efficient, and smart solution for modern kitchens — reducing human effort while ensuring consistent, precise spice quantities every time.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Spice Dispenser Using 8051 &amp; Arduino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0233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Kukkar  ·  Krish Kumar Kedia  ·  Ronit Vishwakarma  ·  Om Patil  ·  Prashant Kumar Moharana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2880" y="44805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Communication Engineering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48006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24BEC1368  |  24BEC1506  |  24BEC1347  |  24BEC1418  |  24BEC1500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Spice Dispenser</dc:title>
  <dc:subject>PptxGenJS Presentation</dc:subject>
  <dc:creator>PptxGenJS</dc:creator>
  <cp:lastModifiedBy>PptxGenJS</cp:lastModifiedBy>
  <cp:revision>1</cp:revision>
  <dcterms:created xsi:type="dcterms:W3CDTF">2026-04-09T05:55:26Z</dcterms:created>
  <dcterms:modified xsi:type="dcterms:W3CDTF">2026-04-09T05:55:26Z</dcterms:modified>
</cp:coreProperties>
</file>